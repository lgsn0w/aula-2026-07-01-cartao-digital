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 ·  WEB  ·  HTML AVANÇADO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Estruturando direito: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C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main, id, class.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já sabem construir. Agora: organizar melhor e preparar o terreno pro JavaScript.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044"/>
                </a:solidFill>
              </a:rPr>
              <a:t>HOJE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495604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class, &lt;footer&gt;, e mais profundidade em ul, a e img.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448056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044"/>
                </a:solidFill>
              </a:rPr>
              <a:t>REGRA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16552" y="495604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é único: só 1 por página. class pode repetir à vontade.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448056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044"/>
                </a:solidFill>
              </a:rPr>
              <a:t>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28432" y="495604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página já funciona. Hoje a gente deixa ela mais organizada.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vocês já construíram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 funcional, com estrutura, conteúdo e estilo. Hoje: afiar os detalhes.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header, main, section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p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 / li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href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src alt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+ CSS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cores, padding, flex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0698480" cy="548640"/>
          </a:xfrm>
          <a:prstGeom prst="roundRect">
            <a:avLst>
              <a:gd name="adj" fmla="val 1166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623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muito bem. Hoje a gente organiza melhor o que já existe.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eu precisar de UM elemento só?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é ótima pra grupos. Mas às vezes você precisa de exatamente 1 elemento.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212080" cy="3429000"/>
          </a:xfrm>
          <a:prstGeom prst="roundRect">
            <a:avLst>
              <a:gd name="adj" fmla="val 186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31343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CLASS FAZ BEM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4754880" cy="1371600"/>
          </a:xfrm>
          <a:prstGeom prst="roundRect">
            <a:avLst>
              <a:gd name="adj" fmla="val 4667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788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class="skill-list"&gt;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&lt;li&gt;...&lt;/li&gt;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&lt;li&gt;...&lt;/li&gt;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o mesmo estilo a vários elementos de uma vez. Reutilizável, é exatamente pra isso que serve.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2148840"/>
            <a:ext cx="5074920" cy="3429000"/>
          </a:xfrm>
          <a:prstGeom prst="roundRect">
            <a:avLst>
              <a:gd name="adj" fmla="val 1867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5352" y="2313432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CLASS NÃO RESOLVE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eu quiser controlar SÓ o botão de tema — sem mexer em outros botões que possam existir — class não me dá essa garantia. Ela foi pensada pra repetir, não pra isolar.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715000"/>
            <a:ext cx="10698480" cy="502920"/>
          </a:xfrm>
          <a:prstGeom prst="roundRect">
            <a:avLst>
              <a:gd name="adj" fmla="val 1272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57150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se chama id — e vai ser essencial na próxima aula, com JavaScript.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vs. id: a diferença que importa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etiquetas parecidas, dois propósitos diferentes.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12080" cy="3657600"/>
          </a:xfrm>
          <a:prstGeom prst="roundRect">
            <a:avLst>
              <a:gd name="adj" fmla="val 175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4663440" cy="685800"/>
          </a:xfrm>
          <a:prstGeom prst="roundRect">
            <a:avLst>
              <a:gd name="adj" fmla="val 9333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3017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class="skill-list"&gt;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repetir em vários elementos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no CSS: .skill-list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pra reaproveitar estilo/comportamento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9320" y="2103120"/>
            <a:ext cx="5074920" cy="3657600"/>
          </a:xfrm>
          <a:prstGeom prst="roundRect">
            <a:avLst>
              <a:gd name="adj" fmla="val 1750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63640" y="2834640"/>
            <a:ext cx="4617720" cy="685800"/>
          </a:xfrm>
          <a:prstGeom prst="roundRect">
            <a:avLst>
              <a:gd name="adj" fmla="val 9333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017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id="btn-tema"&gt;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70332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pode aparecer 1 vez na página inteira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no CSS/JS: #btn-tema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pra apontar um elemento específico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897880"/>
            <a:ext cx="10698480" cy="502920"/>
          </a:xfrm>
          <a:prstGeom prst="roundRect">
            <a:avLst>
              <a:gd name="adj" fmla="val 1272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5852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 pode ter vários class="destaque". Mas só pode ter UM id="topo".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cada um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pra situação, não decore a regra.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estilizar um grupo (todas as sections, todos os links)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class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9008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apontar pra 1 elemento específico (um botão, o topo)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78240" y="29900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831336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 usar esse estilo várias vezes na página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78240" y="38313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class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67258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existe 1 desse elemento na página inteira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78240" y="46725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13832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13832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 controlar isso com JavaScript daqui a pouco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778240" y="55138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 (geralmente)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CSS, o . e o # já fazem sentido agora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já usam . sem saber o nome. Hoje o # entra pela primeira vez.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0698480" cy="3566160"/>
          </a:xfrm>
          <a:prstGeom prst="roundRect">
            <a:avLst>
              <a:gd name="adj" fmla="val 1795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10241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seletor de classe — já usado no seu style.css */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.skill-list {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10px;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seletor de id — novo hoje */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#btn-tema {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#15191f;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852160"/>
            <a:ext cx="10698480" cy="502920"/>
          </a:xfrm>
          <a:prstGeom prst="roundRect">
            <a:avLst>
              <a:gd name="adj" fmla="val 1272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5852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seleciona por classe. # seleciona por id. É a mesma lógica que vocês já aplicam, com uma sintaxe nova.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 ·  15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25F5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Ache. Depois, adicione.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um raio-x da sua página. Depois, duas adições estratégicas.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12080" cy="3840480"/>
          </a:xfrm>
          <a:prstGeom prst="roundRect">
            <a:avLst>
              <a:gd name="adj" fmla="val 166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26771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AUDITORIA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sua página e conte: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Quantas class vocês têm?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id vocês têm?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 for como o exemplo do Lucas: bastante class, zero id.)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89320" y="2103120"/>
            <a:ext cx="5074920" cy="3840480"/>
          </a:xfrm>
          <a:prstGeom prst="roundRect">
            <a:avLst>
              <a:gd name="adj" fmla="val 1667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45352" y="2267712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ADICIONAR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60604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id no header (ex: id="topo")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id em 1 elemento que vocês imaginam controlar sozinho um dia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id repetido — cada um só existe 1 vez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com sentido, não id="coisa1"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uma peça: &lt;footer&gt;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abre a página. main carrega o conteúdo. footer fecha.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309360" cy="1600200"/>
          </a:xfrm>
          <a:prstGeom prst="roundRect">
            <a:avLst>
              <a:gd name="adj" fmla="val 4000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&lt;p&gt;&amp;copy; 2026 Lucas Gabriel&lt;/p&gt;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40880" y="2103120"/>
            <a:ext cx="4206240" cy="2880360"/>
          </a:xfrm>
          <a:prstGeom prst="roundRect">
            <a:avLst>
              <a:gd name="adj" fmla="val 2222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96912" y="2267712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NO FOOTER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256032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/ ano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secundários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&amp;copy; é uma entidade HTML — vira © na tela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0698480" cy="685800"/>
          </a:xfrm>
          <a:prstGeom prst="roundRect">
            <a:avLst>
              <a:gd name="adj" fmla="val 9333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776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(opcional): se sua página tiver muitos links de menu, dá pra agrupar em &lt;nav&gt;. Não é obrigatório hoje.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da página completa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parte tem um papel. Nada fica solto fora dele.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698480" cy="3611880"/>
          </a:xfrm>
          <a:prstGeom prst="roundRect">
            <a:avLst>
              <a:gd name="adj" fmla="val 1772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286000"/>
            <a:ext cx="10241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header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└── logo, título, intro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main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├── section  (assunto 1)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├── section  (assunto 2)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└── section  (assunto N)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 footer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└── copyright, contato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52160"/>
            <a:ext cx="10698480" cy="502920"/>
          </a:xfrm>
          <a:prstGeom prst="roundRect">
            <a:avLst>
              <a:gd name="adj" fmla="val 1272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5852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leva TODO o conteúdo principal — nunca deixe uma section solta fora dele.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 ·  10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25F5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Adicione seu &lt;footer&gt;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e direto — mas obrigatório antes do próximo passo.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&lt;footer&gt; antes do &lt;/body&gt;, fora do &lt;main&gt;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seu nome e o ano (pode usar &amp;copy;)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1 link opcional (ex: e-mail ou rede social)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um id ao footer se quiser estilizar ele sozinho depois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Salvar, recarregar, conferir no navegador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0698480" cy="777240"/>
          </a:xfrm>
          <a:prstGeom prst="roundRect">
            <a:avLst>
              <a:gd name="adj" fmla="val 8235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53949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colocar o footer DENTRO do &lt;main&gt; por engano. footer é irmão de main, não filho.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 dentro de listas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&lt;li&gt; pode conter outra &lt;ul&gt; inteira dentro dela.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035040" cy="3794760"/>
          </a:xfrm>
          <a:prstGeom prst="roundRect">
            <a:avLst>
              <a:gd name="adj" fmla="val 1687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&lt;li&gt;Backend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&lt;li&gt;APIs&lt;/li&gt;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&lt;li&gt;Bancos de dados&lt;/li&gt;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&lt;li&gt;Frontend&lt;/li&gt;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66560" y="2148840"/>
            <a:ext cx="4480560" cy="3794760"/>
          </a:xfrm>
          <a:prstGeom prst="roundRect">
            <a:avLst>
              <a:gd name="adj" fmla="val 168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22592" y="231343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UMA FERRAMENTA: &lt;ol&gt;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265176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28346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&lt;li&gt;Primeiro passo&lt;/li&gt;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&lt;li&gt;Segundo passo&lt;/li&gt;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42519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quando a ordem não importa.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quando importa (passo a passo, ranking).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que não roubam seu visitante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target="_blank", clicar no seu link de GitHub tira a pessoa da sua página.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035040" cy="2743200"/>
          </a:xfrm>
          <a:prstGeom prst="roundRect">
            <a:avLst>
              <a:gd name="adj" fmla="val 2333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href="https://github.com/lgsn0w"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target="_blank"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rel="noopener"&gt;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GitHub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0" y="2148840"/>
            <a:ext cx="4480560" cy="2743200"/>
          </a:xfrm>
          <a:prstGeom prst="roundRect">
            <a:avLst>
              <a:gd name="adj" fmla="val 2333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237744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target="_blank"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link numa aba nova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rel="noopener"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 de segurança quando usa target="_blank"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0698480" cy="685800"/>
          </a:xfrm>
          <a:prstGeom prst="roundRect">
            <a:avLst>
              <a:gd name="adj" fmla="val 9333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50749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tag pode ter vários atributos ao mesmo tempo — href, target e rel juntos, sem ordem fixa.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Reservando espaço para a imagem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e height evitam que a página "pule" enquanto a imagem carrega.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035040" cy="2834640"/>
          </a:xfrm>
          <a:prstGeom prst="roundRect">
            <a:avLst>
              <a:gd name="adj" fmla="val 2258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src="avatar.jpg"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alt="Foto de Lucas Gabriel"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width="84"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height="84"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0" y="2148840"/>
            <a:ext cx="4480560" cy="2834640"/>
          </a:xfrm>
          <a:prstGeom prst="roundRect">
            <a:avLst>
              <a:gd name="adj" fmla="val 2258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22592" y="231343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JÁ FAZEM ISSO NO CSS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265176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.avatar no style.css já define width e height. Quando os dois existem, o CSS geralmente vence — mas o HTML ainda ajuda o navegador a reservar o espaço mais cedo.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0698480" cy="594360"/>
          </a:xfrm>
          <a:prstGeom prst="roundRect">
            <a:avLst>
              <a:gd name="adj" fmla="val 10769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663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continua obrigatório. width/height são bônus, não substituem o alt.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Referência: o que vamos usar hoje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memorizar. Use como cola enquanto pratica.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17627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class="..."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51460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reutilizável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9664" y="2103120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217627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id="..."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34256" y="251460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única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90688" y="2103120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217627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251460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CSS de classe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11810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45643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CSS/JS de 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9664" y="3044952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20" name="Text 18"/>
          <p:cNvSpPr/>
          <p:nvPr/>
        </p:nvSpPr>
        <p:spPr>
          <a:xfrm>
            <a:off x="4334256" y="311810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34256" y="345643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da página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90688" y="3044952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311810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&amp;copy;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345643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© na tela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86784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0599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 / &lt;ul&gt;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439826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ordenada / não-ordenada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69664" y="3986784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29" name="Text 27"/>
          <p:cNvSpPr/>
          <p:nvPr/>
        </p:nvSpPr>
        <p:spPr>
          <a:xfrm>
            <a:off x="4334256" y="40599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target="_blank"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34256" y="439826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link em nova aba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90688" y="3986784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32" name="Text 30"/>
          <p:cNvSpPr/>
          <p:nvPr/>
        </p:nvSpPr>
        <p:spPr>
          <a:xfrm>
            <a:off x="7955280" y="40599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rel="noopener"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0" y="439826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com target=_blank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928616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500176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/ height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" y="534009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espaço da imagem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69664" y="4928616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38" name="Text 36"/>
          <p:cNvSpPr/>
          <p:nvPr/>
        </p:nvSpPr>
        <p:spPr>
          <a:xfrm>
            <a:off x="4334256" y="500176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34256" y="534009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links de menu (opcional)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90688" y="4928616"/>
            <a:ext cx="3456432" cy="777240"/>
          </a:xfrm>
          <a:prstGeom prst="roundRect">
            <a:avLst>
              <a:gd name="adj" fmla="val 7059"/>
            </a:avLst>
          </a:prstGeom>
          <a:solidFill>
            <a:srgbClr val="F2EEF9"/>
          </a:solidFill>
          <a:ln/>
        </p:spPr>
      </p:sp>
      <p:sp>
        <p:nvSpPr>
          <p:cNvPr id="41" name="Text 39"/>
          <p:cNvSpPr/>
          <p:nvPr/>
        </p:nvSpPr>
        <p:spPr>
          <a:xfrm>
            <a:off x="7955280" y="500176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alt="..."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534009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da imagem — sempre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 ·  25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25F5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Reforma geral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tudo que vimos hoje na sua própria página.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2 id nomeados com sentido, nenhum repetido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&lt;footer&gt; adicionado, fora do &lt;main&gt;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1 link com target="_blank" e rel="noopener"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aninhada OU um &lt;ol&gt; em algum lugar (se fizer sentido)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width/height em pelo menos 1 &lt;img&gt; (se você tiver imagem)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Salvou, recarregou, conferiu que nada quebrou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532120"/>
            <a:ext cx="10698480" cy="640080"/>
          </a:xfrm>
          <a:prstGeom prst="roundRect">
            <a:avLst>
              <a:gd name="adj" fmla="val 10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5532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Terminou tudo? Releia sua página inteira do topo ao fim — é o melhor jeito de pegar o que passou batido.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6A62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Aquele id não foi à toa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 da próxima aula: JavaScript vai usar exatamente o que vocês criaram hoje.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0698480" cy="2103120"/>
          </a:xfrm>
          <a:prstGeom prst="roundRect">
            <a:avLst>
              <a:gd name="adj" fmla="val 3043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0" y="22860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 · próxima aula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botao = document.querySelector('#btn-tema')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botao.addEventListener('click', function() {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document.body.classList.toggle('dark')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0698480" cy="1463040"/>
          </a:xfrm>
          <a:prstGeom prst="roundRect">
            <a:avLst>
              <a:gd name="adj" fmla="val 437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70916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1A7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#btn-tema</a:t>
            </a:r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nessa linha é exatamente o id que vocês vão colocar hoje. O JavaScript não vai precisar adivinhar nada — o HTML de vocês já vai estar pronto pra ele.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de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34376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623"/>
                </a:solidFill>
              </a:rPr>
              <a:t>RESUMO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repete. id é único por página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.classe e #id são seletores CSS diferentes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é irmão de main, não filho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leva todo o conteúdo principal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ul/li podem aninhar; ol quando a ordem importa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 abre link em nova aba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width/height reservam espaço da imagem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783080"/>
            <a:ext cx="5715000" cy="4160520"/>
          </a:xfrm>
          <a:prstGeom prst="roundRect">
            <a:avLst>
              <a:gd name="adj" fmla="val 1538"/>
            </a:avLst>
          </a:prstGeom>
          <a:solidFill>
            <a:srgbClr val="34376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623"/>
                </a:solidFill>
              </a:rPr>
              <a:t>EXIT CHECK · 6 PERGUNTAS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42316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2084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class e id?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2084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id iguais podem existir numa página?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52044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fica dentro ou fora do main?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06908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abrir um link numa aba nova?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61772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&amp; copy; vira na tela?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516636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0840" y="5166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id vai importar na próxima aula?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JavaScript — dando comportamento aos ids que vocês criaram hoje.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ESTRUTURA · CARTÃO DIGITAL ·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— Estruturando direito</dc:title>
  <dc:subject>PptxGenJS Presentation</dc:subject>
  <dc:creator>Lucas Gabriel</dc:creator>
  <cp:lastModifiedBy>Lucas Gabriel</cp:lastModifiedBy>
  <cp:revision>1</cp:revision>
  <dcterms:created xsi:type="dcterms:W3CDTF">2026-07-03T03:26:19Z</dcterms:created>
  <dcterms:modified xsi:type="dcterms:W3CDTF">2026-07-03T03:26:19Z</dcterms:modified>
</cp:coreProperties>
</file>